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4320063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62" userDrawn="1">
          <p15:clr>
            <a:srgbClr val="A4A3A4"/>
          </p15:clr>
        </p15:guide>
        <p15:guide id="2" pos="93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B7519C-3FF0-CF4D-B10C-3DAB8CC1FA61}" v="15" dt="2026-05-06T15:23:32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54"/>
    <p:restoredTop sz="78199"/>
  </p:normalViewPr>
  <p:slideViewPr>
    <p:cSldViewPr snapToGrid="0" showGuides="1">
      <p:cViewPr>
        <p:scale>
          <a:sx n="38" d="100"/>
          <a:sy n="38" d="100"/>
        </p:scale>
        <p:origin x="1488" y="1472"/>
      </p:cViewPr>
      <p:guideLst>
        <p:guide orient="horz" pos="6962"/>
        <p:guide pos="93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yu Lei" userId="06861dcf798e3d5e" providerId="LiveId" clId="{69AC5470-1E90-5F74-96B4-AB254883E908}"/>
    <pc:docChg chg="undo custSel modSld">
      <pc:chgData name="Zhenyu Lei" userId="06861dcf798e3d5e" providerId="LiveId" clId="{69AC5470-1E90-5F74-96B4-AB254883E908}" dt="2026-05-07T06:13:29.168" v="259" actId="14430"/>
      <pc:docMkLst>
        <pc:docMk/>
      </pc:docMkLst>
      <pc:sldChg chg="delSp modSp mod">
        <pc:chgData name="Zhenyu Lei" userId="06861dcf798e3d5e" providerId="LiveId" clId="{69AC5470-1E90-5F74-96B4-AB254883E908}" dt="2026-05-07T06:13:29.168" v="259" actId="14430"/>
        <pc:sldMkLst>
          <pc:docMk/>
          <pc:sldMk cId="3124183428" sldId="256"/>
        </pc:sldMkLst>
        <pc:spChg chg="mod">
          <ac:chgData name="Zhenyu Lei" userId="06861dcf798e3d5e" providerId="LiveId" clId="{69AC5470-1E90-5F74-96B4-AB254883E908}" dt="2026-05-06T15:18:52.543" v="171" actId="1037"/>
          <ac:spMkLst>
            <pc:docMk/>
            <pc:sldMk cId="3124183428" sldId="256"/>
            <ac:spMk id="2" creationId="{85D21E2A-82CB-EC07-FF76-4768AF159993}"/>
          </ac:spMkLst>
        </pc:spChg>
        <pc:spChg chg="mod">
          <ac:chgData name="Zhenyu Lei" userId="06861dcf798e3d5e" providerId="LiveId" clId="{69AC5470-1E90-5F74-96B4-AB254883E908}" dt="2026-05-06T15:15:43.930" v="101" actId="1076"/>
          <ac:spMkLst>
            <pc:docMk/>
            <pc:sldMk cId="3124183428" sldId="256"/>
            <ac:spMk id="9" creationId="{B595CBB5-ED6C-42D1-A661-8A6B13B9C953}"/>
          </ac:spMkLst>
        </pc:spChg>
        <pc:spChg chg="mod">
          <ac:chgData name="Zhenyu Lei" userId="06861dcf798e3d5e" providerId="LiveId" clId="{69AC5470-1E90-5F74-96B4-AB254883E908}" dt="2026-05-06T15:18:37.471" v="165" actId="1037"/>
          <ac:spMkLst>
            <pc:docMk/>
            <pc:sldMk cId="3124183428" sldId="256"/>
            <ac:spMk id="10" creationId="{C0656C8C-227E-EFBD-71CB-EE17A2A69A0A}"/>
          </ac:spMkLst>
        </pc:spChg>
        <pc:spChg chg="mod">
          <ac:chgData name="Zhenyu Lei" userId="06861dcf798e3d5e" providerId="LiveId" clId="{69AC5470-1E90-5F74-96B4-AB254883E908}" dt="2026-05-06T15:18:44.785" v="166" actId="1037"/>
          <ac:spMkLst>
            <pc:docMk/>
            <pc:sldMk cId="3124183428" sldId="256"/>
            <ac:spMk id="25" creationId="{9F9D0DCA-F2DE-AAF4-69AC-8B3C071B5C8D}"/>
          </ac:spMkLst>
        </pc:spChg>
        <pc:spChg chg="mod">
          <ac:chgData name="Zhenyu Lei" userId="06861dcf798e3d5e" providerId="LiveId" clId="{69AC5470-1E90-5F74-96B4-AB254883E908}" dt="2026-05-06T15:18:49.394" v="170" actId="1037"/>
          <ac:spMkLst>
            <pc:docMk/>
            <pc:sldMk cId="3124183428" sldId="256"/>
            <ac:spMk id="26" creationId="{D5562099-FDD6-9018-BD97-51AD44967108}"/>
          </ac:spMkLst>
        </pc:spChg>
        <pc:spChg chg="mod">
          <ac:chgData name="Zhenyu Lei" userId="06861dcf798e3d5e" providerId="LiveId" clId="{69AC5470-1E90-5F74-96B4-AB254883E908}" dt="2026-05-06T15:16:25.069" v="107" actId="2711"/>
          <ac:spMkLst>
            <pc:docMk/>
            <pc:sldMk cId="3124183428" sldId="256"/>
            <ac:spMk id="31" creationId="{2CBB5C39-B328-5120-FB1E-F54B6962B4DD}"/>
          </ac:spMkLst>
        </pc:spChg>
        <pc:spChg chg="mod">
          <ac:chgData name="Zhenyu Lei" userId="06861dcf798e3d5e" providerId="LiveId" clId="{69AC5470-1E90-5F74-96B4-AB254883E908}" dt="2026-05-06T15:23:55.759" v="239" actId="1076"/>
          <ac:spMkLst>
            <pc:docMk/>
            <pc:sldMk cId="3124183428" sldId="256"/>
            <ac:spMk id="34" creationId="{7AFC2773-1C61-5237-3BF0-7C2534DF20FE}"/>
          </ac:spMkLst>
        </pc:spChg>
        <pc:spChg chg="mod">
          <ac:chgData name="Zhenyu Lei" userId="06861dcf798e3d5e" providerId="LiveId" clId="{69AC5470-1E90-5F74-96B4-AB254883E908}" dt="2026-05-06T15:13:58.033" v="67" actId="14100"/>
          <ac:spMkLst>
            <pc:docMk/>
            <pc:sldMk cId="3124183428" sldId="256"/>
            <ac:spMk id="35" creationId="{C390A858-E14E-97BA-C019-6877E40A91CC}"/>
          </ac:spMkLst>
        </pc:spChg>
        <pc:spChg chg="mod">
          <ac:chgData name="Zhenyu Lei" userId="06861dcf798e3d5e" providerId="LiveId" clId="{69AC5470-1E90-5F74-96B4-AB254883E908}" dt="2026-05-06T15:15:29.946" v="96"/>
          <ac:spMkLst>
            <pc:docMk/>
            <pc:sldMk cId="3124183428" sldId="256"/>
            <ac:spMk id="37" creationId="{E6330C75-D443-E7AB-5B82-51C239105E5F}"/>
          </ac:spMkLst>
        </pc:spChg>
        <pc:spChg chg="mod">
          <ac:chgData name="Zhenyu Lei" userId="06861dcf798e3d5e" providerId="LiveId" clId="{69AC5470-1E90-5F74-96B4-AB254883E908}" dt="2026-05-06T15:19:00.818" v="175" actId="1038"/>
          <ac:spMkLst>
            <pc:docMk/>
            <pc:sldMk cId="3124183428" sldId="256"/>
            <ac:spMk id="39" creationId="{3FB029E8-1D88-73C0-9298-D35FC1D54099}"/>
          </ac:spMkLst>
        </pc:spChg>
        <pc:spChg chg="mod">
          <ac:chgData name="Zhenyu Lei" userId="06861dcf798e3d5e" providerId="LiveId" clId="{69AC5470-1E90-5F74-96B4-AB254883E908}" dt="2026-05-06T15:19:05.078" v="179" actId="1035"/>
          <ac:spMkLst>
            <pc:docMk/>
            <pc:sldMk cId="3124183428" sldId="256"/>
            <ac:spMk id="40" creationId="{6CD247F0-B537-0E11-015E-4443A54589BD}"/>
          </ac:spMkLst>
        </pc:spChg>
        <pc:spChg chg="mod">
          <ac:chgData name="Zhenyu Lei" userId="06861dcf798e3d5e" providerId="LiveId" clId="{69AC5470-1E90-5F74-96B4-AB254883E908}" dt="2026-05-06T15:16:18.909" v="106" actId="113"/>
          <ac:spMkLst>
            <pc:docMk/>
            <pc:sldMk cId="3124183428" sldId="256"/>
            <ac:spMk id="41" creationId="{521EAD0B-54A5-FAB1-16AC-F3A63B8C0C73}"/>
          </ac:spMkLst>
        </pc:spChg>
        <pc:spChg chg="mod">
          <ac:chgData name="Zhenyu Lei" userId="06861dcf798e3d5e" providerId="LiveId" clId="{69AC5470-1E90-5F74-96B4-AB254883E908}" dt="2026-05-06T15:20:55.571" v="226" actId="113"/>
          <ac:spMkLst>
            <pc:docMk/>
            <pc:sldMk cId="3124183428" sldId="256"/>
            <ac:spMk id="44" creationId="{C80819BB-98E9-B533-0B97-BD9801B05C36}"/>
          </ac:spMkLst>
        </pc:spChg>
        <pc:spChg chg="mod">
          <ac:chgData name="Zhenyu Lei" userId="06861dcf798e3d5e" providerId="LiveId" clId="{69AC5470-1E90-5F74-96B4-AB254883E908}" dt="2026-05-06T15:24:01.196" v="249" actId="1038"/>
          <ac:spMkLst>
            <pc:docMk/>
            <pc:sldMk cId="3124183428" sldId="256"/>
            <ac:spMk id="45" creationId="{D78AA896-2C44-9005-AD6A-8F9123B56516}"/>
          </ac:spMkLst>
        </pc:spChg>
        <pc:spChg chg="mod">
          <ac:chgData name="Zhenyu Lei" userId="06861dcf798e3d5e" providerId="LiveId" clId="{69AC5470-1E90-5F74-96B4-AB254883E908}" dt="2026-05-06T15:18:04.904" v="141"/>
          <ac:spMkLst>
            <pc:docMk/>
            <pc:sldMk cId="3124183428" sldId="256"/>
            <ac:spMk id="46" creationId="{F5FEAE45-F3A3-684B-5646-07B9F49AFAA0}"/>
          </ac:spMkLst>
        </pc:spChg>
        <pc:spChg chg="mod">
          <ac:chgData name="Zhenyu Lei" userId="06861dcf798e3d5e" providerId="LiveId" clId="{69AC5470-1E90-5F74-96B4-AB254883E908}" dt="2026-05-06T15:19:30.236" v="186" actId="1035"/>
          <ac:spMkLst>
            <pc:docMk/>
            <pc:sldMk cId="3124183428" sldId="256"/>
            <ac:spMk id="48" creationId="{287B0B7B-E917-E531-3E95-45C892938618}"/>
          </ac:spMkLst>
        </pc:spChg>
        <pc:spChg chg="mod">
          <ac:chgData name="Zhenyu Lei" userId="06861dcf798e3d5e" providerId="LiveId" clId="{69AC5470-1E90-5F74-96B4-AB254883E908}" dt="2026-05-06T15:19:50.021" v="200" actId="1035"/>
          <ac:spMkLst>
            <pc:docMk/>
            <pc:sldMk cId="3124183428" sldId="256"/>
            <ac:spMk id="49" creationId="{1A5A7517-7FF6-0DDF-42C6-C480A1C9D927}"/>
          </ac:spMkLst>
        </pc:spChg>
        <pc:spChg chg="mod">
          <ac:chgData name="Zhenyu Lei" userId="06861dcf798e3d5e" providerId="LiveId" clId="{69AC5470-1E90-5F74-96B4-AB254883E908}" dt="2026-05-06T15:19:41.172" v="196" actId="1035"/>
          <ac:spMkLst>
            <pc:docMk/>
            <pc:sldMk cId="3124183428" sldId="256"/>
            <ac:spMk id="50" creationId="{7294891F-B17A-E13D-A721-AEC489F5514C}"/>
          </ac:spMkLst>
        </pc:spChg>
        <pc:spChg chg="mod">
          <ac:chgData name="Zhenyu Lei" userId="06861dcf798e3d5e" providerId="LiveId" clId="{69AC5470-1E90-5F74-96B4-AB254883E908}" dt="2026-05-06T15:17:20.930" v="133" actId="1076"/>
          <ac:spMkLst>
            <pc:docMk/>
            <pc:sldMk cId="3124183428" sldId="256"/>
            <ac:spMk id="51" creationId="{7661BF46-0A23-00BA-8E74-E77018428B59}"/>
          </ac:spMkLst>
        </pc:spChg>
        <pc:spChg chg="mod">
          <ac:chgData name="Zhenyu Lei" userId="06861dcf798e3d5e" providerId="LiveId" clId="{69AC5470-1E90-5F74-96B4-AB254883E908}" dt="2026-05-06T15:24:01.196" v="249" actId="1038"/>
          <ac:spMkLst>
            <pc:docMk/>
            <pc:sldMk cId="3124183428" sldId="256"/>
            <ac:spMk id="55" creationId="{DB91AED5-DA93-750C-2AFB-82FF7FD0D318}"/>
          </ac:spMkLst>
        </pc:spChg>
        <pc:spChg chg="mod">
          <ac:chgData name="Zhenyu Lei" userId="06861dcf798e3d5e" providerId="LiveId" clId="{69AC5470-1E90-5F74-96B4-AB254883E908}" dt="2026-05-06T15:17:24.196" v="134" actId="14100"/>
          <ac:spMkLst>
            <pc:docMk/>
            <pc:sldMk cId="3124183428" sldId="256"/>
            <ac:spMk id="56" creationId="{72156620-65F2-D71E-111E-FEB24177285F}"/>
          </ac:spMkLst>
        </pc:spChg>
        <pc:spChg chg="mod modVis">
          <ac:chgData name="Zhenyu Lei" userId="06861dcf798e3d5e" providerId="LiveId" clId="{69AC5470-1E90-5F74-96B4-AB254883E908}" dt="2026-05-07T06:13:29.168" v="259" actId="14430"/>
          <ac:spMkLst>
            <pc:docMk/>
            <pc:sldMk cId="3124183428" sldId="256"/>
            <ac:spMk id="57" creationId="{6D909F53-F962-645D-7D32-6AB763F1332F}"/>
          </ac:spMkLst>
        </pc:spChg>
        <pc:spChg chg="mod">
          <ac:chgData name="Zhenyu Lei" userId="06861dcf798e3d5e" providerId="LiveId" clId="{69AC5470-1E90-5F74-96B4-AB254883E908}" dt="2026-05-06T15:24:01.196" v="249" actId="1038"/>
          <ac:spMkLst>
            <pc:docMk/>
            <pc:sldMk cId="3124183428" sldId="256"/>
            <ac:spMk id="58" creationId="{B27EEAB8-1FDB-C35B-ED8B-A1CCD503BE35}"/>
          </ac:spMkLst>
        </pc:spChg>
        <pc:spChg chg="mod modVis">
          <ac:chgData name="Zhenyu Lei" userId="06861dcf798e3d5e" providerId="LiveId" clId="{69AC5470-1E90-5F74-96B4-AB254883E908}" dt="2026-05-07T06:13:28.493" v="258" actId="14430"/>
          <ac:spMkLst>
            <pc:docMk/>
            <pc:sldMk cId="3124183428" sldId="256"/>
            <ac:spMk id="60" creationId="{E7067A12-AB04-D4F9-4F72-37E26C6B06ED}"/>
          </ac:spMkLst>
        </pc:spChg>
        <pc:spChg chg="mod modVis">
          <ac:chgData name="Zhenyu Lei" userId="06861dcf798e3d5e" providerId="LiveId" clId="{69AC5470-1E90-5F74-96B4-AB254883E908}" dt="2026-05-07T06:13:28.014" v="257" actId="14430"/>
          <ac:spMkLst>
            <pc:docMk/>
            <pc:sldMk cId="3124183428" sldId="256"/>
            <ac:spMk id="61" creationId="{4235F9C5-824E-1DA1-96D4-1F78E0842A95}"/>
          </ac:spMkLst>
        </pc:spChg>
        <pc:spChg chg="mod">
          <ac:chgData name="Zhenyu Lei" userId="06861dcf798e3d5e" providerId="LiveId" clId="{69AC5470-1E90-5F74-96B4-AB254883E908}" dt="2026-05-06T15:23:39.726" v="236" actId="2711"/>
          <ac:spMkLst>
            <pc:docMk/>
            <pc:sldMk cId="3124183428" sldId="256"/>
            <ac:spMk id="65" creationId="{135288A6-4363-7EB6-DEA9-AB61779E0CF6}"/>
          </ac:spMkLst>
        </pc:spChg>
        <pc:spChg chg="del mod">
          <ac:chgData name="Zhenyu Lei" userId="06861dcf798e3d5e" providerId="LiveId" clId="{69AC5470-1E90-5F74-96B4-AB254883E908}" dt="2026-05-07T06:13:00.492" v="250" actId="478"/>
          <ac:spMkLst>
            <pc:docMk/>
            <pc:sldMk cId="3124183428" sldId="256"/>
            <ac:spMk id="114" creationId="{085BAF9C-934A-0FA3-3288-DDAC4BBD6937}"/>
          </ac:spMkLst>
        </pc:spChg>
        <pc:spChg chg="mod">
          <ac:chgData name="Zhenyu Lei" userId="06861dcf798e3d5e" providerId="LiveId" clId="{69AC5470-1E90-5F74-96B4-AB254883E908}" dt="2026-05-06T15:24:01.196" v="249" actId="1038"/>
          <ac:spMkLst>
            <pc:docMk/>
            <pc:sldMk cId="3124183428" sldId="256"/>
            <ac:spMk id="115" creationId="{D78EE8A2-F386-AE18-A4BB-135E1FCD835A}"/>
          </ac:spMkLst>
        </pc:spChg>
        <pc:grpChg chg="mod">
          <ac:chgData name="Zhenyu Lei" userId="06861dcf798e3d5e" providerId="LiveId" clId="{69AC5470-1E90-5F74-96B4-AB254883E908}" dt="2026-05-06T15:18:04.904" v="141"/>
          <ac:grpSpMkLst>
            <pc:docMk/>
            <pc:sldMk cId="3124183428" sldId="256"/>
            <ac:grpSpMk id="5" creationId="{FA6AE95A-A276-E281-FB84-BA9905D20142}"/>
          </ac:grpSpMkLst>
        </pc:grpChg>
        <pc:grpChg chg="mod">
          <ac:chgData name="Zhenyu Lei" userId="06861dcf798e3d5e" providerId="LiveId" clId="{69AC5470-1E90-5F74-96B4-AB254883E908}" dt="2026-05-06T15:17:20.930" v="133" actId="1076"/>
          <ac:grpSpMkLst>
            <pc:docMk/>
            <pc:sldMk cId="3124183428" sldId="256"/>
            <ac:grpSpMk id="7" creationId="{6F646E47-41C4-A95C-0346-F6B8AF63D958}"/>
          </ac:grpSpMkLst>
        </pc:grpChg>
        <pc:grpChg chg="mod">
          <ac:chgData name="Zhenyu Lei" userId="06861dcf798e3d5e" providerId="LiveId" clId="{69AC5470-1E90-5F74-96B4-AB254883E908}" dt="2026-05-06T15:17:20.930" v="133" actId="1076"/>
          <ac:grpSpMkLst>
            <pc:docMk/>
            <pc:sldMk cId="3124183428" sldId="256"/>
            <ac:grpSpMk id="8" creationId="{8F975BB0-DD5A-38AF-AB00-F40E115BE38A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DFA5E-B198-2F49-B6E4-55F95C0322E0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F8A20-C3C1-3949-BB86-9AA5D89CD9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265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1pPr>
    <a:lvl2pPr marL="69119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2pPr>
    <a:lvl3pPr marL="138239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3pPr>
    <a:lvl4pPr marL="207358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4pPr>
    <a:lvl5pPr marL="276478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5pPr>
    <a:lvl6pPr marL="345597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6pPr>
    <a:lvl7pPr marL="414717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7pPr>
    <a:lvl8pPr marL="4838365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8pPr>
    <a:lvl9pPr marL="5529560" algn="l" defTabSz="1382390" rtl="0" eaLnBrk="1" latinLnBrk="0" hangingPunct="1">
      <a:defRPr sz="18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200150" y="1143000"/>
            <a:ext cx="92583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政府作为风险承担者和投资者</a:t>
            </a:r>
            <a:r>
              <a:rPr lang="zh-CN" altLang="en-US" dirty="0"/>
              <a:t> </a:t>
            </a:r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政府作为市场创造者和塑造者</a:t>
            </a:r>
            <a:r>
              <a:rPr lang="zh-CN" altLang="en-US" dirty="0"/>
              <a:t> </a:t>
            </a:r>
            <a:endParaRPr kumimoji="1" lang="en-US" altLang="zh-CN" dirty="0"/>
          </a:p>
          <a:p>
            <a:r>
              <a:rPr lang="zh-CN" altLang="en-US" sz="18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政府作为创新生态系统构建者</a:t>
            </a:r>
            <a:r>
              <a:rPr lang="zh-CN" altLang="en-US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F8A20-C3C1-3949-BB86-9AA5D89CD9B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74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80" y="2356703"/>
            <a:ext cx="3240047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7563446"/>
            <a:ext cx="3240047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932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363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4" y="3590055"/>
            <a:ext cx="3726055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4" y="9636811"/>
            <a:ext cx="3726055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562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3833390"/>
            <a:ext cx="1836027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3833390"/>
            <a:ext cx="1836027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022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766679"/>
            <a:ext cx="3726055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3" y="3530053"/>
            <a:ext cx="18275893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3" y="5260078"/>
            <a:ext cx="18275893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3" y="3530053"/>
            <a:ext cx="18365898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5260078"/>
            <a:ext cx="1836589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172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911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654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960014"/>
            <a:ext cx="1393332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2073365"/>
            <a:ext cx="2187032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320064"/>
            <a:ext cx="1393332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265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960014"/>
            <a:ext cx="13933329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2073365"/>
            <a:ext cx="2187032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4320064"/>
            <a:ext cx="13933329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158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684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6" y="766678"/>
            <a:ext cx="9315138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4" y="766678"/>
            <a:ext cx="27405405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711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766679"/>
            <a:ext cx="3726055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3833390"/>
            <a:ext cx="3726055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13346865"/>
            <a:ext cx="97201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A16FE-EA87-5742-8E88-AA49701AD195}" type="datetimeFigureOut">
              <a:rPr kumimoji="1" lang="zh-CN" altLang="en-US" smtClean="0"/>
              <a:t>2026/5/7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13346865"/>
            <a:ext cx="14580215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13346865"/>
            <a:ext cx="972014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EED76-C135-AA4D-93C2-48368C74E7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261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椭圆 50">
            <a:extLst>
              <a:ext uri="{FF2B5EF4-FFF2-40B4-BE49-F238E27FC236}">
                <a16:creationId xmlns:a16="http://schemas.microsoft.com/office/drawing/2014/main" id="{7661BF46-0A23-00BA-8E74-E77018428B59}"/>
              </a:ext>
            </a:extLst>
          </p:cNvPr>
          <p:cNvSpPr/>
          <p:nvPr/>
        </p:nvSpPr>
        <p:spPr>
          <a:xfrm>
            <a:off x="14863621" y="3968510"/>
            <a:ext cx="8640000" cy="86400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57" name="文本框 56" hidden="1">
            <a:extLst>
              <a:ext uri="{FF2B5EF4-FFF2-40B4-BE49-F238E27FC236}">
                <a16:creationId xmlns:a16="http://schemas.microsoft.com/office/drawing/2014/main" id="{6D909F53-F962-645D-7D32-6AB763F1332F}"/>
              </a:ext>
            </a:extLst>
          </p:cNvPr>
          <p:cNvSpPr txBox="1"/>
          <p:nvPr/>
        </p:nvSpPr>
        <p:spPr>
          <a:xfrm rot="16200000">
            <a:off x="14509795" y="3651434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Down">
              <a:avLst>
                <a:gd name="adj" fmla="val 21368415"/>
              </a:avLst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</a:p>
        </p:txBody>
      </p:sp>
      <p:sp>
        <p:nvSpPr>
          <p:cNvPr id="60" name="文本框 59" hidden="1">
            <a:extLst>
              <a:ext uri="{FF2B5EF4-FFF2-40B4-BE49-F238E27FC236}">
                <a16:creationId xmlns:a16="http://schemas.microsoft.com/office/drawing/2014/main" id="{E7067A12-AB04-D4F9-4F72-37E26C6B06ED}"/>
              </a:ext>
            </a:extLst>
          </p:cNvPr>
          <p:cNvSpPr txBox="1"/>
          <p:nvPr/>
        </p:nvSpPr>
        <p:spPr>
          <a:xfrm rot="8925558">
            <a:off x="14415701" y="3594284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</a:p>
        </p:txBody>
      </p:sp>
      <p:sp>
        <p:nvSpPr>
          <p:cNvPr id="61" name="文本框 60" hidden="1">
            <a:extLst>
              <a:ext uri="{FF2B5EF4-FFF2-40B4-BE49-F238E27FC236}">
                <a16:creationId xmlns:a16="http://schemas.microsoft.com/office/drawing/2014/main" id="{4235F9C5-824E-1DA1-96D4-1F78E0842A95}"/>
              </a:ext>
            </a:extLst>
          </p:cNvPr>
          <p:cNvSpPr txBox="1"/>
          <p:nvPr/>
        </p:nvSpPr>
        <p:spPr>
          <a:xfrm rot="1333603">
            <a:off x="14518531" y="3641048"/>
            <a:ext cx="9360000" cy="9360000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0719468"/>
              </a:avLst>
            </a:prstTxWarp>
            <a:spAutoFit/>
          </a:bodyPr>
          <a:lstStyle/>
          <a:p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联动</a:t>
            </a:r>
            <a:endParaRPr kumimoji="1" lang="zh-CN" altLang="en-US" sz="32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EBC9EEAD-D87D-779D-5C5C-08D1B1B9DACC}"/>
              </a:ext>
            </a:extLst>
          </p:cNvPr>
          <p:cNvCxnSpPr>
            <a:cxnSpLocks/>
          </p:cNvCxnSpPr>
          <p:nvPr/>
        </p:nvCxnSpPr>
        <p:spPr>
          <a:xfrm>
            <a:off x="28237590" y="7165122"/>
            <a:ext cx="4695358" cy="34984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s-text">
            <a:extLst>
              <a:ext uri="{FF2B5EF4-FFF2-40B4-BE49-F238E27FC236}">
                <a16:creationId xmlns:a16="http://schemas.microsoft.com/office/drawing/2014/main" id="{DB91AED5-DA93-750C-2AFB-82FF7FD0D318}"/>
              </a:ext>
            </a:extLst>
          </p:cNvPr>
          <p:cNvSpPr txBox="1"/>
          <p:nvPr/>
        </p:nvSpPr>
        <p:spPr>
          <a:xfrm>
            <a:off x="33677344" y="7347003"/>
            <a:ext cx="71577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High(Low)</a:t>
            </a:r>
          </a:p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Regional Innovation Capability</a:t>
            </a:r>
          </a:p>
        </p:txBody>
      </p:sp>
      <p:sp>
        <p:nvSpPr>
          <p:cNvPr id="115" name="res">
            <a:extLst>
              <a:ext uri="{FF2B5EF4-FFF2-40B4-BE49-F238E27FC236}">
                <a16:creationId xmlns:a16="http://schemas.microsoft.com/office/drawing/2014/main" id="{D78EE8A2-F386-AE18-A4BB-135E1FCD835A}"/>
              </a:ext>
            </a:extLst>
          </p:cNvPr>
          <p:cNvSpPr/>
          <p:nvPr/>
        </p:nvSpPr>
        <p:spPr>
          <a:xfrm>
            <a:off x="33510959" y="6931505"/>
            <a:ext cx="7605510" cy="208607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F975BB0-DD5A-38AF-AB00-F40E115BE38A}"/>
              </a:ext>
            </a:extLst>
          </p:cNvPr>
          <p:cNvGrpSpPr/>
          <p:nvPr/>
        </p:nvGrpSpPr>
        <p:grpSpPr>
          <a:xfrm>
            <a:off x="16167387" y="3482100"/>
            <a:ext cx="6077409" cy="3557387"/>
            <a:chOff x="18691530" y="3489471"/>
            <a:chExt cx="6077409" cy="3557387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390A858-E14E-97BA-C019-6877E40A91CC}"/>
                </a:ext>
              </a:extLst>
            </p:cNvPr>
            <p:cNvSpPr/>
            <p:nvPr/>
          </p:nvSpPr>
          <p:spPr>
            <a:xfrm>
              <a:off x="18691530" y="4189797"/>
              <a:ext cx="6077409" cy="2857061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25" name="财政科技投入">
              <a:extLst>
                <a:ext uri="{FF2B5EF4-FFF2-40B4-BE49-F238E27FC236}">
                  <a16:creationId xmlns:a16="http://schemas.microsoft.com/office/drawing/2014/main" id="{9F9D0DCA-F2DE-AAF4-69AC-8B3C071B5C8D}"/>
                </a:ext>
              </a:extLst>
            </p:cNvPr>
            <p:cNvSpPr txBox="1"/>
            <p:nvPr/>
          </p:nvSpPr>
          <p:spPr>
            <a:xfrm>
              <a:off x="20129180" y="4758380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3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R&amp;D Investment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孵化基⾦⽀持 ">
              <a:extLst>
                <a:ext uri="{FF2B5EF4-FFF2-40B4-BE49-F238E27FC236}">
                  <a16:creationId xmlns:a16="http://schemas.microsoft.com/office/drawing/2014/main" id="{D5562099-FDD6-9018-BD97-51AD44967108}"/>
                </a:ext>
              </a:extLst>
            </p:cNvPr>
            <p:cNvSpPr txBox="1"/>
            <p:nvPr/>
          </p:nvSpPr>
          <p:spPr>
            <a:xfrm>
              <a:off x="19087363" y="5395328"/>
              <a:ext cx="55066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Gov Guidance Fund Support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政府创新补助&#13;&#10;">
              <a:extLst>
                <a:ext uri="{FF2B5EF4-FFF2-40B4-BE49-F238E27FC236}">
                  <a16:creationId xmlns:a16="http://schemas.microsoft.com/office/drawing/2014/main" id="{85D21E2A-82CB-EC07-FF76-4768AF159993}"/>
                </a:ext>
              </a:extLst>
            </p:cNvPr>
            <p:cNvSpPr txBox="1"/>
            <p:nvPr/>
          </p:nvSpPr>
          <p:spPr>
            <a:xfrm>
              <a:off x="19346914" y="6047201"/>
              <a:ext cx="49808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Gov Innovation Subsidies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CBB5C39-B328-5120-FB1E-F54B6962B4DD}"/>
                </a:ext>
              </a:extLst>
            </p:cNvPr>
            <p:cNvSpPr txBox="1"/>
            <p:nvPr/>
          </p:nvSpPr>
          <p:spPr>
            <a:xfrm>
              <a:off x="19219344" y="3489471"/>
              <a:ext cx="5134739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Government</a:t>
              </a:r>
              <a:r>
                <a:rPr lang="zh-CN" altLang="en-US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as</a:t>
              </a:r>
            </a:p>
            <a:p>
              <a:pPr algn="ctr"/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risk-taker and Investor</a:t>
              </a:r>
              <a:endParaRPr kumimoji="1" lang="en-US" altLang="zh-CN" sz="36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F646E47-41C4-A95C-0346-F6B8AF63D958}"/>
              </a:ext>
            </a:extLst>
          </p:cNvPr>
          <p:cNvGrpSpPr/>
          <p:nvPr/>
        </p:nvGrpSpPr>
        <p:grpSpPr>
          <a:xfrm>
            <a:off x="11685096" y="8024596"/>
            <a:ext cx="6465636" cy="3572275"/>
            <a:chOff x="18515831" y="6028257"/>
            <a:chExt cx="6465636" cy="3572275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6330C75-D443-E7AB-5B82-51C239105E5F}"/>
                </a:ext>
              </a:extLst>
            </p:cNvPr>
            <p:cNvSpPr/>
            <p:nvPr/>
          </p:nvSpPr>
          <p:spPr>
            <a:xfrm>
              <a:off x="18515831" y="6743470"/>
              <a:ext cx="6465636" cy="285706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39" name="财政科技投入">
              <a:extLst>
                <a:ext uri="{FF2B5EF4-FFF2-40B4-BE49-F238E27FC236}">
                  <a16:creationId xmlns:a16="http://schemas.microsoft.com/office/drawing/2014/main" id="{3FB029E8-1D88-73C0-9298-D35FC1D54099}"/>
                </a:ext>
              </a:extLst>
            </p:cNvPr>
            <p:cNvSpPr txBox="1"/>
            <p:nvPr/>
          </p:nvSpPr>
          <p:spPr>
            <a:xfrm>
              <a:off x="19356760" y="7305174"/>
              <a:ext cx="48013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Incubation Fund Support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0" name="孵化基⾦⽀持 ">
              <a:extLst>
                <a:ext uri="{FF2B5EF4-FFF2-40B4-BE49-F238E27FC236}">
                  <a16:creationId xmlns:a16="http://schemas.microsoft.com/office/drawing/2014/main" id="{6CD247F0-B537-0E11-015E-4443A54589BD}"/>
                </a:ext>
              </a:extLst>
            </p:cNvPr>
            <p:cNvSpPr txBox="1"/>
            <p:nvPr/>
          </p:nvSpPr>
          <p:spPr>
            <a:xfrm>
              <a:off x="19709420" y="7949393"/>
              <a:ext cx="40959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Makerspace Services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21EAD0B-54A5-FAB1-16AC-F3A63B8C0C73}"/>
                </a:ext>
              </a:extLst>
            </p:cNvPr>
            <p:cNvSpPr txBox="1"/>
            <p:nvPr/>
          </p:nvSpPr>
          <p:spPr>
            <a:xfrm>
              <a:off x="18744135" y="6028257"/>
              <a:ext cx="5995552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Government</a:t>
              </a:r>
              <a:r>
                <a:rPr lang="zh-CN" altLang="en-US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as</a:t>
              </a:r>
            </a:p>
            <a:p>
              <a:pPr algn="ctr"/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market creator and shaper</a:t>
              </a:r>
              <a:endParaRPr lang="zh-CN" altLang="en-US" sz="36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9" name="孵化基⾦⽀持 ">
              <a:extLst>
                <a:ext uri="{FF2B5EF4-FFF2-40B4-BE49-F238E27FC236}">
                  <a16:creationId xmlns:a16="http://schemas.microsoft.com/office/drawing/2014/main" id="{B595CBB5-ED6C-42D1-A661-8A6B13B9C953}"/>
                </a:ext>
              </a:extLst>
            </p:cNvPr>
            <p:cNvSpPr txBox="1"/>
            <p:nvPr/>
          </p:nvSpPr>
          <p:spPr>
            <a:xfrm>
              <a:off x="19040963" y="8557892"/>
              <a:ext cx="55707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Gov</a:t>
              </a:r>
              <a:r>
                <a:rPr lang="zh-CN" altLang="en-US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Innovation Procurement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6AE95A-A276-E281-FB84-BA9905D20142}"/>
              </a:ext>
            </a:extLst>
          </p:cNvPr>
          <p:cNvGrpSpPr/>
          <p:nvPr/>
        </p:nvGrpSpPr>
        <p:grpSpPr>
          <a:xfrm>
            <a:off x="20055380" y="8034511"/>
            <a:ext cx="7283914" cy="3562360"/>
            <a:chOff x="18086465" y="8480988"/>
            <a:chExt cx="7283914" cy="3562360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F5FEAE45-F3A3-684B-5646-07B9F49AFAA0}"/>
                </a:ext>
              </a:extLst>
            </p:cNvPr>
            <p:cNvSpPr/>
            <p:nvPr/>
          </p:nvSpPr>
          <p:spPr>
            <a:xfrm>
              <a:off x="18086465" y="9186286"/>
              <a:ext cx="7283914" cy="2857062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  <p:sp>
          <p:nvSpPr>
            <p:cNvPr id="48" name="财政科技投入">
              <a:extLst>
                <a:ext uri="{FF2B5EF4-FFF2-40B4-BE49-F238E27FC236}">
                  <a16:creationId xmlns:a16="http://schemas.microsoft.com/office/drawing/2014/main" id="{287B0B7B-E917-E531-3E95-45C892938618}"/>
                </a:ext>
              </a:extLst>
            </p:cNvPr>
            <p:cNvSpPr txBox="1"/>
            <p:nvPr/>
          </p:nvSpPr>
          <p:spPr>
            <a:xfrm>
              <a:off x="18847604" y="9804413"/>
              <a:ext cx="57034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Cultivation of S&amp;T Personnel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9" name="孵化基⾦⽀持 ">
              <a:extLst>
                <a:ext uri="{FF2B5EF4-FFF2-40B4-BE49-F238E27FC236}">
                  <a16:creationId xmlns:a16="http://schemas.microsoft.com/office/drawing/2014/main" id="{1A5A7517-7FF6-0DDF-42C6-C480A1C9D927}"/>
                </a:ext>
              </a:extLst>
            </p:cNvPr>
            <p:cNvSpPr txBox="1"/>
            <p:nvPr/>
          </p:nvSpPr>
          <p:spPr>
            <a:xfrm>
              <a:off x="18708254" y="10386237"/>
              <a:ext cx="60452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Cultivation of Innovative Firms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294891F-B17A-E13D-A721-AEC489F5514C}"/>
                </a:ext>
              </a:extLst>
            </p:cNvPr>
            <p:cNvSpPr txBox="1"/>
            <p:nvPr/>
          </p:nvSpPr>
          <p:spPr>
            <a:xfrm>
              <a:off x="18241811" y="8480988"/>
              <a:ext cx="6925293" cy="120032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Government</a:t>
              </a:r>
              <a:r>
                <a:rPr lang="zh-CN" altLang="en-US" sz="36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 </a:t>
              </a:r>
              <a:r>
                <a:rPr lang="en-US" altLang="zh-CN" sz="3600" b="1" i="0" u="none" strike="noStrike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as</a:t>
              </a:r>
            </a:p>
            <a:p>
              <a:pPr algn="ctr"/>
              <a:r>
                <a:rPr lang="en-US" altLang="zh-CN" sz="3600" b="1" dirty="0">
                  <a:solidFill>
                    <a:srgbClr val="000000"/>
                  </a:solidFill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innovation ecosystems builder</a:t>
              </a:r>
            </a:p>
          </p:txBody>
        </p:sp>
        <p:sp>
          <p:nvSpPr>
            <p:cNvPr id="10" name="孵化基⾦⽀持 ">
              <a:extLst>
                <a:ext uri="{FF2B5EF4-FFF2-40B4-BE49-F238E27FC236}">
                  <a16:creationId xmlns:a16="http://schemas.microsoft.com/office/drawing/2014/main" id="{C0656C8C-227E-EFBD-71CB-EE17A2A69A0A}"/>
                </a:ext>
              </a:extLst>
            </p:cNvPr>
            <p:cNvSpPr txBox="1"/>
            <p:nvPr/>
          </p:nvSpPr>
          <p:spPr>
            <a:xfrm>
              <a:off x="18735067" y="11000707"/>
              <a:ext cx="598112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dirty="0">
                  <a:solidFill>
                    <a:srgbClr val="000000"/>
                  </a:solidFill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Intellectual Property Protection</a:t>
              </a:r>
              <a:endParaRPr kumimoji="1" lang="zh-CN" altLang="en-US" sz="3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0581804D-2D29-4FD4-6D99-0566CD2DB27E}"/>
              </a:ext>
            </a:extLst>
          </p:cNvPr>
          <p:cNvCxnSpPr>
            <a:cxnSpLocks/>
          </p:cNvCxnSpPr>
          <p:nvPr/>
        </p:nvCxnSpPr>
        <p:spPr>
          <a:xfrm flipH="1" flipV="1">
            <a:off x="28157113" y="8772797"/>
            <a:ext cx="4736573" cy="9768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必要性">
            <a:extLst>
              <a:ext uri="{FF2B5EF4-FFF2-40B4-BE49-F238E27FC236}">
                <a16:creationId xmlns:a16="http://schemas.microsoft.com/office/drawing/2014/main" id="{7AFC2773-1C61-5237-3BF0-7C2534DF20FE}"/>
              </a:ext>
            </a:extLst>
          </p:cNvPr>
          <p:cNvSpPr txBox="1"/>
          <p:nvPr/>
        </p:nvSpPr>
        <p:spPr>
          <a:xfrm>
            <a:off x="28754759" y="8867090"/>
            <a:ext cx="39349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Necessary causality of a single condition and outcome</a:t>
            </a:r>
            <a:endParaRPr kumimoji="1" lang="zh-CN" altLang="en-US" sz="3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135288A6-4363-7EB6-DEA9-AB61779E0CF6}"/>
              </a:ext>
            </a:extLst>
          </p:cNvPr>
          <p:cNvSpPr txBox="1"/>
          <p:nvPr/>
        </p:nvSpPr>
        <p:spPr>
          <a:xfrm>
            <a:off x="28157113" y="5187606"/>
            <a:ext cx="64954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600" dirty="0"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Sufficiency causality of conditional groupings and outcomes</a:t>
            </a:r>
            <a:endParaRPr kumimoji="1" lang="zh-CN" altLang="en-US" sz="3600" dirty="0"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2156620-65F2-D71E-111E-FEB24177285F}"/>
              </a:ext>
            </a:extLst>
          </p:cNvPr>
          <p:cNvSpPr/>
          <p:nvPr/>
        </p:nvSpPr>
        <p:spPr>
          <a:xfrm>
            <a:off x="11053051" y="3049786"/>
            <a:ext cx="16841359" cy="10705098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前因条件">
            <a:extLst>
              <a:ext uri="{FF2B5EF4-FFF2-40B4-BE49-F238E27FC236}">
                <a16:creationId xmlns:a16="http://schemas.microsoft.com/office/drawing/2014/main" id="{C80819BB-98E9-B533-0B97-BD9801B05C36}"/>
              </a:ext>
            </a:extLst>
          </p:cNvPr>
          <p:cNvSpPr txBox="1"/>
          <p:nvPr/>
        </p:nvSpPr>
        <p:spPr>
          <a:xfrm>
            <a:off x="17721013" y="2470990"/>
            <a:ext cx="3403496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48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Conditions</a:t>
            </a:r>
            <a:endParaRPr kumimoji="1" lang="zh-CN" altLang="en-US" sz="4800" b="1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27EEAB8-1FDB-C35B-ED8B-A1CCD503BE35}"/>
              </a:ext>
            </a:extLst>
          </p:cNvPr>
          <p:cNvSpPr/>
          <p:nvPr/>
        </p:nvSpPr>
        <p:spPr>
          <a:xfrm>
            <a:off x="33248257" y="3084770"/>
            <a:ext cx="8120460" cy="10670114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结果&#13;&#10;">
            <a:extLst>
              <a:ext uri="{FF2B5EF4-FFF2-40B4-BE49-F238E27FC236}">
                <a16:creationId xmlns:a16="http://schemas.microsoft.com/office/drawing/2014/main" id="{D78AA896-2C44-9005-AD6A-8F9123B56516}"/>
              </a:ext>
            </a:extLst>
          </p:cNvPr>
          <p:cNvSpPr txBox="1"/>
          <p:nvPr/>
        </p:nvSpPr>
        <p:spPr>
          <a:xfrm>
            <a:off x="35785969" y="2634287"/>
            <a:ext cx="304503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Outcome</a:t>
            </a:r>
            <a:endParaRPr kumimoji="1" lang="zh-CN" altLang="en-US" sz="4800" b="1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18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95</Words>
  <Application>Microsoft Macintosh PowerPoint</Application>
  <PresentationFormat>自定义</PresentationFormat>
  <Paragraphs>29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FangSong</vt:lpstr>
      <vt:lpstr>SimHei</vt:lpstr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Zhenyu Lei</dc:creator>
  <cp:lastModifiedBy>Zhenyu Lei</cp:lastModifiedBy>
  <cp:revision>8</cp:revision>
  <dcterms:created xsi:type="dcterms:W3CDTF">2024-10-21T15:10:02Z</dcterms:created>
  <dcterms:modified xsi:type="dcterms:W3CDTF">2026-05-07T06:13:31Z</dcterms:modified>
</cp:coreProperties>
</file>